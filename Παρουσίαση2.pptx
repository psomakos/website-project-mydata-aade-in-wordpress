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6D9F51-9AB1-1D9B-59D9-E6368560CB8C}" v="2340" dt="2024-09-22T20:32:26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Sunday, September 22,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337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31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6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48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820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8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4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62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22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Sunday, September 22,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55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Sunday, September 22,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21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0082A1-24A5-4276-83A4-39E993BD6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D840B21-A957-4CFE-AA5B-9711DF6D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5000" y="397225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487487" y="549275"/>
            <a:ext cx="9217026" cy="3864534"/>
          </a:xfrm>
        </p:spPr>
        <p:txBody>
          <a:bodyPr anchor="b">
            <a:normAutofit/>
          </a:bodyPr>
          <a:lstStyle/>
          <a:p>
            <a:r>
              <a:rPr lang="el-GR" sz="9600" dirty="0" err="1"/>
              <a:t>Προτζεκτ</a:t>
            </a:r>
            <a:r>
              <a:rPr lang="el-GR" sz="9600" dirty="0"/>
              <a:t> </a:t>
            </a:r>
            <a:br>
              <a:rPr lang="en-US" dirty="0"/>
            </a:br>
            <a:r>
              <a:rPr lang="el" sz="1400" b="1" u="sng" dirty="0">
                <a:ea typeface="+mj-lt"/>
                <a:cs typeface="+mj-lt"/>
              </a:rPr>
              <a:t>Διαχείριση και Ανάπτυξη Επιχειρηματικών Πληροφοριακών Συστημάτων και Ροών Εργασίας</a:t>
            </a:r>
            <a:endParaRPr lang="el-GR" dirty="0"/>
          </a:p>
          <a:p>
            <a:endParaRPr lang="el-GR" sz="96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FD4376-13D5-43C1-86D8-8133A9D8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33126" y="5677571"/>
            <a:ext cx="631474" cy="667800"/>
            <a:chOff x="2994153" y="1378666"/>
            <a:chExt cx="631474" cy="667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76FEFF4-F643-4DA7-93C4-E222FCBA08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5000"/>
                    <a:lumOff val="5000"/>
                  </a:schemeClr>
                </a:gs>
                <a:gs pos="30000">
                  <a:schemeClr val="bg2">
                    <a:lumMod val="95000"/>
                    <a:lumOff val="5000"/>
                  </a:schemeClr>
                </a:gs>
                <a:gs pos="40000">
                  <a:schemeClr val="bg2">
                    <a:lumMod val="85000"/>
                    <a:lumOff val="1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059AD75-BB86-41B7-84D4-4B5AE0E21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487488" y="4932062"/>
            <a:ext cx="8280400" cy="1376663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l-GR" dirty="0">
                <a:solidFill>
                  <a:schemeClr val="tx1">
                    <a:alpha val="60000"/>
                  </a:schemeClr>
                </a:solidFill>
              </a:rPr>
              <a:t>ΔΗΜΗΤΡΙΟΣ ΨΩΜΑΣ ΤΠ4507</a:t>
            </a:r>
          </a:p>
          <a:p>
            <a:r>
              <a:rPr lang="el-GR" dirty="0">
                <a:solidFill>
                  <a:schemeClr val="tx1">
                    <a:alpha val="60000"/>
                  </a:schemeClr>
                </a:solidFill>
              </a:rPr>
              <a:t>ΕΜΜΑΝΟΥΗΛ ΑΝΥΦΑΝΤΑΚΗΣ ΤΠ4959</a:t>
            </a:r>
          </a:p>
        </p:txBody>
      </p:sp>
    </p:spTree>
    <p:extLst>
      <p:ext uri="{BB962C8B-B14F-4D97-AF65-F5344CB8AC3E}">
        <p14:creationId xmlns:p14="http://schemas.microsoft.com/office/powerpoint/2010/main" val="2325122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4E1DD32-B09C-C704-0179-6E32E44C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/>
              <a:t>Για την σελίδα</a:t>
            </a:r>
            <a:br>
              <a:rPr lang="el-GR"/>
            </a:b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FF4380D-FBBA-DFBD-6656-7BD6EFE7C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Χρησιμοποιήσαμε μερικά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Plugins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Ultimate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Member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καποια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εξτρα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add-ons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Duplicator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κανουμε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extract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/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backup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προτζεκτ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κυρια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σχεδίαση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σαιτ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Woody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code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(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php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/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js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) για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δημιουργια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καποιων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λειτουργιων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σαιτ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εισαγωντας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php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js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κωδικα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maker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φτιαξουμε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μεσω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button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522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94E4529-F4FD-78DA-45FD-A55D1A57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 Για την σελιδα  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64A3DBC-92E6-500D-0049-A5C01187E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5546448" cy="3979625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Με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ultimate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member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δημιουργησαμε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πληρης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συστημα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Register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/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Login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εισαγωγη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πληροφοριων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προφιλ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και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logout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Μεσω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Appearance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-&gt;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Menus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τροποποιησαμε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τις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σελιδες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ετσι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ώστε όταν είναι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logged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out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χρηστης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εμφανιζει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καποια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όταν είναι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logged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in 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εμφανιζει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αλλα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</p:txBody>
      </p:sp>
      <p:pic>
        <p:nvPicPr>
          <p:cNvPr id="4" name="Εικόνα 3" descr="Εικόνα που περιέχει κείμενο, στιγμιότυπο οθόνης, αριθμός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1CD30E56-E29B-BF93-3844-28C9CD492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206" y="250687"/>
            <a:ext cx="3965759" cy="636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4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4AE3F7B-9535-80BA-D49F-B5CCC7BD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/>
              <a:t>Για την σελιδα 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649F10B-C831-7C23-2EDA-57B19488C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437463"/>
            <a:ext cx="3614048" cy="3979625"/>
          </a:xfrm>
        </p:spPr>
        <p:txBody>
          <a:bodyPr vert="horz" wrap="square" lIns="0" tIns="0" rIns="0" bIns="0" rtlCol="0" anchor="t">
            <a:normAutofit fontScale="92500" lnSpcReduction="20000"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Εστιάσαμε αρκετά στο παράδειγμα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προτζεκτ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στις φωτογραφίες, και προσπαθήσαμε να το κάνουμε να μοιάζει εξωτερικά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front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end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  <a:br>
              <a:rPr lang="en-US" dirty="0"/>
            </a:b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Φτιάξαμε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template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side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bar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οποίο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καναμε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implement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σε σελίδες της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ασκησης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(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Πελατης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προιοντα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παραστατκα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) μέσω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 Στο πάνω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μερος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είναι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image</a:t>
            </a:r>
            <a:endParaRPr lang="el-GR">
              <a:solidFill>
                <a:srgbClr val="FFFFFF">
                  <a:alpha val="60000"/>
                </a:srgbClr>
              </a:solidFill>
            </a:endParaRPr>
          </a:p>
        </p:txBody>
      </p:sp>
      <p:pic>
        <p:nvPicPr>
          <p:cNvPr id="4" name="Εικόνα 3" descr="Εικόνα που περιέχει κείμενο, στιγμιότυπο οθόνης, γραμματοσειρά, σχεδίαση&#10;&#10;Περιγραφή που δημιουργήθηκε αυτόματα">
            <a:extLst>
              <a:ext uri="{FF2B5EF4-FFF2-40B4-BE49-F238E27FC236}">
                <a16:creationId xmlns:a16="http://schemas.microsoft.com/office/drawing/2014/main" id="{3CD6E666-9457-3F25-5A2A-CE4CF5D1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-12333" r="-11765" b="12333"/>
          <a:stretch/>
        </p:blipFill>
        <p:spPr>
          <a:xfrm>
            <a:off x="6329619" y="-846215"/>
            <a:ext cx="1985183" cy="757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641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A0FB4F2-C703-829E-EC57-267F5FC1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Πελατες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10913F4-9253-D699-D493-5793A5E36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4613274" cy="3979625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μία φόρμα μέσω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προσθετοντας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απαραιτητα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fields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τελος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έχει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κουμπι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Δημιουργία. Μόλις εισάγουμε σωστά τα στοιχεία (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ελεγχος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τηλεφωνο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int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κλπ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αυτοματα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όταν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φτιαχναμε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fields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) τα περνάμε στη βάση δεδομένων.</a:t>
            </a:r>
            <a:endParaRPr lang="el-GR" dirty="0"/>
          </a:p>
        </p:txBody>
      </p:sp>
      <p:pic>
        <p:nvPicPr>
          <p:cNvPr id="4" name="Εικόνα 3" descr="Εικόνα που περιέχει κείμενο, στιγμιότυπο οθόνης, αριθμός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9779F185-887F-2F50-7659-6CED249D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782" y="550985"/>
            <a:ext cx="5669205" cy="562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7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55E65FB-42A8-4279-6591-24ECD68F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Πελάτες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F3C4334-CE24-4A94-199C-7C1CC3181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472" y="1715634"/>
            <a:ext cx="4563580" cy="5139190"/>
          </a:xfrm>
        </p:spPr>
        <p:txBody>
          <a:bodyPr vert="horz" wrap="square" lIns="0" tIns="0" rIns="0" bIns="0" rtlCol="0" anchor="t">
            <a:normAutofit fontScale="92500" lnSpcReduction="20000"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Τα δεδομένα στην βάση εισάγονται με δυναμικό τρόπο.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Εισάγαμε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functions.php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κώδικα που όποτε γίνεται εισαγωγή στοιχείων από μία φόρμα, παίρνει το όνομα της φόρμας και το συγκρίνει με το όνομα του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table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βάση, εισάγοντας σωστά τα στοιχεία. Καθώς η φόρμα στο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δεν παρέχει επιλογή αλλαγής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id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να τραβήξουμε τα στοιχεία, το κάναμε μέσω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name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  <a:p>
            <a:endParaRPr lang="el-GR" dirty="0">
              <a:solidFill>
                <a:srgbClr val="FFFFFF">
                  <a:alpha val="60000"/>
                </a:srgbClr>
              </a:solidFill>
            </a:endParaRPr>
          </a:p>
          <a:p>
            <a:pPr marL="0" indent="0">
              <a:buNone/>
            </a:pP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Με το ίδιο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function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λειτουργουν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ολες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οι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φορμες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προτζεκτ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</p:txBody>
      </p:sp>
      <p:pic>
        <p:nvPicPr>
          <p:cNvPr id="4" name="Εικόνα 3" descr="Εικόνα που περιέχει κείμενο, στιγμιότυπο οθόνης, γραμματοσειρά, αριθμός&#10;&#10;Περιγραφή που δημιουργήθηκε αυτόματα">
            <a:extLst>
              <a:ext uri="{FF2B5EF4-FFF2-40B4-BE49-F238E27FC236}">
                <a16:creationId xmlns:a16="http://schemas.microsoft.com/office/drawing/2014/main" id="{8AEF9BF4-DDBC-CC93-8CC3-6E2CD5017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95" y="1011307"/>
            <a:ext cx="7189303" cy="431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27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3EBCB03-3745-F7E8-8A74-D5038C5D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Πελάτες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0E471FD-A95F-A55D-F37A-CF40A71AC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015" y="1438009"/>
            <a:ext cx="4569869" cy="5315885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Αμέσως από κάτω έχουμε φτιάξει έναν πίνακα τον οποίο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εισάγαμε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shortcode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Woody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Ο πίνακας είναι HTML με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th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headers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rows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Παίρνουμε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στοιχεια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fields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υπαρχουν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κανουμε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sql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ερωτηση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φτιαχνουμε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πινακα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css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html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παρακάτω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περναμε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στοιχεια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μια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foreach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Χρησιμοποιούμε και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esc_html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εξτρα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προστασια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</p:txBody>
      </p:sp>
      <p:pic>
        <p:nvPicPr>
          <p:cNvPr id="5" name="Εικόνα 4" descr="Εικόνα που περιέχει κείμενο, στιγμιότυπο οθόνης, οθόνη, αριθμός&#10;&#10;Περιγραφή που δημιουργήθηκε αυτόματα">
            <a:extLst>
              <a:ext uri="{FF2B5EF4-FFF2-40B4-BE49-F238E27FC236}">
                <a16:creationId xmlns:a16="http://schemas.microsoft.com/office/drawing/2014/main" id="{0CF7AB79-3DC7-8D1A-4470-22FF5DC4C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906" y="232571"/>
            <a:ext cx="4461566" cy="2064718"/>
          </a:xfrm>
          <a:prstGeom prst="rect">
            <a:avLst/>
          </a:prstGeom>
        </p:spPr>
      </p:pic>
      <p:pic>
        <p:nvPicPr>
          <p:cNvPr id="6" name="Εικόνα 5" descr="Εικόνα που περιέχει κείμενο, στιγμιότυπο οθόνης, γραμματοσειρά, έγγραφο&#10;&#10;Περιγραφή που δημιουργήθηκε αυτόματα">
            <a:extLst>
              <a:ext uri="{FF2B5EF4-FFF2-40B4-BE49-F238E27FC236}">
                <a16:creationId xmlns:a16="http://schemas.microsoft.com/office/drawing/2014/main" id="{2E6B39CE-2417-37CC-CA16-8E583055D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304" y="2422606"/>
            <a:ext cx="6592956" cy="443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024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173A54D-7DB2-967E-D6D6-8E704817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Προϊόντα/Υπηρεσιες 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4683C98-E510-0810-F36B-81266730B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167" y="2013808"/>
            <a:ext cx="3900970" cy="3979625"/>
          </a:xfrm>
        </p:spPr>
        <p:txBody>
          <a:bodyPr vert="horz"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Πηραμε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παραδειγμα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εικονα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προτζεκτ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οποτε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αντι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σελιδα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δημιουργησαμε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maker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Με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click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κουμπι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εμφανιζεται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η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οθονη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δημιουργησαμε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σαν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template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</a:t>
            </a:r>
          </a:p>
        </p:txBody>
      </p:sp>
      <p:pic>
        <p:nvPicPr>
          <p:cNvPr id="4" name="Εικόνα 3" descr="Εικόνα που περιέχει κείμενο, στιγμιότυπο οθόνης, λογισμικό, εικονίδιο υπολογιστή&#10;&#10;Περιγραφή που δημιουργήθηκε αυτόματα">
            <a:extLst>
              <a:ext uri="{FF2B5EF4-FFF2-40B4-BE49-F238E27FC236}">
                <a16:creationId xmlns:a16="http://schemas.microsoft.com/office/drawing/2014/main" id="{162D606D-BC94-1A0C-798E-D3233D23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616" y="1377122"/>
            <a:ext cx="6302332" cy="526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54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06579A-4D9A-E78B-BA65-A54E07F2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Προϊοντα/Υπηρεσιες  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100F130-B3CD-7802-B1B7-801E7737C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3448188" cy="3979625"/>
          </a:xfrm>
        </p:spPr>
        <p:txBody>
          <a:bodyPr vert="horz" wrap="square" lIns="0" tIns="0" rIns="0" bIns="0" rtlCol="0" anchor="t">
            <a:normAutofit fontScale="92500"/>
          </a:bodyPr>
          <a:lstStyle/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Επειτα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νέο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αρχη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τον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maker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οποιο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δε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χρησιμοποιησαμε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Μετα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νέο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pop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up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μεσω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Elementor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οποιο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δωσαμε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css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id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ιδιο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δωσαμε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button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σαν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css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class</a:t>
            </a:r>
            <a:endParaRPr lang="el-GR" dirty="0">
              <a:solidFill>
                <a:srgbClr val="FFFFFF">
                  <a:alpha val="60000"/>
                </a:srgbClr>
              </a:solidFill>
            </a:endParaRPr>
          </a:p>
        </p:txBody>
      </p:sp>
      <p:pic>
        <p:nvPicPr>
          <p:cNvPr id="4" name="Εικόνα 3" descr="Εικόνα που περιέχει κείμενο, στιγμιότυπο οθόνης, λογισμικό, εικονίδιο υπολογιστή&#10;&#10;Περιγραφή που δημιουργήθηκε αυτόματα">
            <a:extLst>
              <a:ext uri="{FF2B5EF4-FFF2-40B4-BE49-F238E27FC236}">
                <a16:creationId xmlns:a16="http://schemas.microsoft.com/office/drawing/2014/main" id="{5CAB0AB7-B1C0-3E88-3D38-C9A515B15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347" y="1715977"/>
            <a:ext cx="7531652" cy="478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92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9E20E8A-32DE-82EB-CD86-8957D44C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/>
              <a:t>Προϊοντα/Υπηρεσιες </a:t>
            </a:r>
            <a:br>
              <a:rPr lang="el-GR"/>
            </a:b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0E08751-9325-3F0C-8C21-9C1B95D4E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3934100" cy="3979625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Ακριβως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κατω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έχουμε φτιάξει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πινακα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αναζητησης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με τον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ιδιο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τροπο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όπως στους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πελατες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μεσω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Woody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εισαγαμε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σαν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shortcode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κωδικας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που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εμφανιζεται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εικονα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δεν είναι 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ολοκληρος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</p:txBody>
      </p:sp>
      <p:pic>
        <p:nvPicPr>
          <p:cNvPr id="4" name="Εικόνα 3" descr="Εικόνα που περιέχει κείμενο, στιγμιότυπο οθόνης, αριθμός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9458B924-2BB7-95DA-204E-D6B274392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391" y="302452"/>
            <a:ext cx="6096000" cy="1559616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στιγμιότυπο οθόνης, αριθμός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8EB19E63-95A3-B25B-E569-B5FFD67C1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01" y="2117035"/>
            <a:ext cx="5712903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8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5B7070A-360A-576C-2DF8-0A65AEC44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Παραστατικα 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7353F69-6427-21C0-9C08-9AEC6E2A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76" y="2113199"/>
            <a:ext cx="4276449" cy="4476581"/>
          </a:xfrm>
        </p:spPr>
        <p:txBody>
          <a:bodyPr vert="horz" wrap="square" lIns="0" tIns="0" rIns="0" bIns="0" rtlCol="0" anchor="t">
            <a:normAutofit lnSpcReduction="10000"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Για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παραστατικα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δημιουργησαμε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ξανα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μια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και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κουμπι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Καθαρισμος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οποιο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υπηρχε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στην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εικονα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προτζεκτ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κουμπι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αυτό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δωσαμε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id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 οποίο χρησιμοποιήσαμε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που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για 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καθαριζει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fields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προσθετοντας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listener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H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λειτουργει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όπως οι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υπολοιπες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</a:p>
        </p:txBody>
      </p:sp>
      <p:pic>
        <p:nvPicPr>
          <p:cNvPr id="4" name="Εικόνα 3" descr="Εικόνα που περιέχει κείμενο, στιγμιότυπο οθόνης, λογισμικό, εικονίδιο υπολογιστή&#10;&#10;Περιγραφή που δημιουργήθηκε αυτόματα">
            <a:extLst>
              <a:ext uri="{FF2B5EF4-FFF2-40B4-BE49-F238E27FC236}">
                <a16:creationId xmlns:a16="http://schemas.microsoft.com/office/drawing/2014/main" id="{385DE19A-C08F-2B56-D242-03B7C365F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4961" y="-3312"/>
            <a:ext cx="4772686" cy="3805582"/>
          </a:xfrm>
          <a:prstGeom prst="rect">
            <a:avLst/>
          </a:prstGeom>
        </p:spPr>
      </p:pic>
      <p:pic>
        <p:nvPicPr>
          <p:cNvPr id="5" name="Εικόνα 4" descr="Εικόνα που περιέχει κείμενο, ηλεκτρονικές συσκευές, στιγμιότυπο οθόνης, οθόνη&#10;&#10;Περιγραφή που δημιουργήθηκε αυτόματα">
            <a:extLst>
              <a:ext uri="{FF2B5EF4-FFF2-40B4-BE49-F238E27FC236}">
                <a16:creationId xmlns:a16="http://schemas.microsoft.com/office/drawing/2014/main" id="{BE851AD8-A600-B30B-DB00-B094D1B88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507" y="3433072"/>
            <a:ext cx="5215421" cy="316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433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F70F8A1-D42A-B86D-7B7F-361C4F095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Παραστατικα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680233D-D90A-35C0-B6EB-FA7C0624E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5090730" cy="3979625"/>
          </a:xfrm>
        </p:spPr>
        <p:txBody>
          <a:bodyPr vert="horz" wrap="square" lIns="0" tIns="0" rIns="0" bIns="0" rtlCol="0" anchor="t">
            <a:normAutofit lnSpcReduction="10000"/>
          </a:bodyPr>
          <a:lstStyle/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Ακριβως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κατω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υπαρχει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πινακας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αναζητησης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Καθως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πεδια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της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φορμας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ηταν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πολλα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κυλιση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δωσαμε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max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width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container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  <a:br>
              <a:rPr lang="el-GR" dirty="0">
                <a:solidFill>
                  <a:srgbClr val="FFFFFF">
                    <a:alpha val="60000"/>
                  </a:srgbClr>
                </a:solidFill>
              </a:rPr>
            </a:br>
            <a:r>
              <a:rPr lang="el-GR" dirty="0">
                <a:ea typeface="+mn-lt"/>
                <a:cs typeface="+mn-lt"/>
              </a:rPr>
              <a:t>Αν ο πίνακας έχει περισσότερα δεδομένα από το </a:t>
            </a:r>
            <a:r>
              <a:rPr lang="el-GR" dirty="0" err="1">
                <a:ea typeface="+mn-lt"/>
                <a:cs typeface="+mn-lt"/>
              </a:rPr>
              <a:t>πλατος</a:t>
            </a:r>
            <a:r>
              <a:rPr lang="el-GR" dirty="0">
                <a:ea typeface="+mn-lt"/>
                <a:cs typeface="+mn-lt"/>
              </a:rPr>
              <a:t> του </a:t>
            </a:r>
            <a:r>
              <a:rPr lang="el-GR" dirty="0" err="1">
                <a:ea typeface="+mn-lt"/>
                <a:cs typeface="+mn-lt"/>
              </a:rPr>
              <a:t>container</a:t>
            </a:r>
            <a:r>
              <a:rPr lang="el-GR" dirty="0">
                <a:ea typeface="+mn-lt"/>
                <a:cs typeface="+mn-lt"/>
              </a:rPr>
              <a:t>, το </a:t>
            </a:r>
            <a:r>
              <a:rPr lang="el-GR" dirty="0" err="1">
                <a:ea typeface="+mn-lt"/>
                <a:cs typeface="+mn-lt"/>
              </a:rPr>
              <a:t>scroll</a:t>
            </a:r>
            <a:r>
              <a:rPr lang="el-GR" dirty="0">
                <a:ea typeface="+mn-lt"/>
                <a:cs typeface="+mn-lt"/>
              </a:rPr>
              <a:t> θα εμφανίζεται χωρίς να "κολλάνε" τα στοιχεία του πίνακα.</a:t>
            </a:r>
            <a:endParaRPr lang="el-GR" dirty="0"/>
          </a:p>
        </p:txBody>
      </p:sp>
      <p:pic>
        <p:nvPicPr>
          <p:cNvPr id="4" name="Εικόνα 3" descr="Εικόνα που περιέχει κείμενο, στιγμιότυπο οθόνης, αριθμός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69B2ECAF-1FC4-C702-B797-FE5CCFF9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931" y="986207"/>
            <a:ext cx="6096000" cy="343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33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FE6ACDB-B0C5-3C93-E838-3B669F0E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ΦΑΣΗ 3 VISUALISATION 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075233E-1C6E-E236-4AC2-A90F63A6D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4552535" cy="4564929"/>
          </a:xfrm>
        </p:spPr>
        <p:txBody>
          <a:bodyPr vert="horz" wrap="square" lIns="0" tIns="0" rIns="0" bIns="0" rtlCol="0" anchor="t">
            <a:normAutofit fontScale="92500" lnSpcReduction="10000"/>
          </a:bodyPr>
          <a:lstStyle/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Υλοποιησαμε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εισαγωντας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βιβλιοθηκη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chart.js,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καθως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όλα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plugin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wordpress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που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θελαμε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τραβανε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στοιχεια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την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βαση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ηταν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premium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Οποτε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φτιαξαμε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ένα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chart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βαση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αυτης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της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βιβλιοθηκης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και το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εισαγαμε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σαν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shortcode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Τραβηκε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συνολικα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κοστη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από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παραστατικα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(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τελικη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αξια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) και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κατηγοροιοποιησε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μηνα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Πρακτικα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φαινονται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τα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κερδη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μηνα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.</a:t>
            </a:r>
            <a:endParaRPr lang="el-GR" dirty="0"/>
          </a:p>
        </p:txBody>
      </p:sp>
      <p:pic>
        <p:nvPicPr>
          <p:cNvPr id="4" name="Εικόνα 3" descr="Εικόνα που περιέχει κείμενο, στιγμιότυπο οθόνης, διάγραμμα, γράφημα&#10;&#10;Περιγραφή που δημιουργήθηκε αυτόματα">
            <a:extLst>
              <a:ext uri="{FF2B5EF4-FFF2-40B4-BE49-F238E27FC236}">
                <a16:creationId xmlns:a16="http://schemas.microsoft.com/office/drawing/2014/main" id="{AFE89AAA-5EBB-71AD-89F9-B89385CD3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304" y="1755254"/>
            <a:ext cx="6096000" cy="333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5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99722ED-ED93-5671-8BB0-E3969B229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Visualisation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F59CFE2-0E71-C268-1BCA-D9322EBB3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Ο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κωδικας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του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snippet</a:t>
            </a:r>
            <a:endParaRPr lang="el-GR" dirty="0" err="1"/>
          </a:p>
        </p:txBody>
      </p:sp>
      <p:pic>
        <p:nvPicPr>
          <p:cNvPr id="4" name="Εικόνα 3" descr="Εικόνα που περιέχει κείμενο, στιγμιότυπο οθόνης, έγγραφο, γραμματοσειρά&#10;&#10;Περιγραφή που δημιουργήθηκε αυτόματα">
            <a:extLst>
              <a:ext uri="{FF2B5EF4-FFF2-40B4-BE49-F238E27FC236}">
                <a16:creationId xmlns:a16="http://schemas.microsoft.com/office/drawing/2014/main" id="{A4FC9728-01E6-E836-D262-292696E3F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145" y="362520"/>
            <a:ext cx="7206078" cy="62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785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E495C4F-5D5A-EA55-9AF8-4589458AE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Ευχαριστουμε 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6A3359-359A-A221-549C-A76453922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wrap="square" lIns="0" tIns="0" rIns="0" bIns="0" rtlCol="0" anchor="t">
            <a:normAutofit/>
          </a:bodyPr>
          <a:lstStyle/>
          <a:p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Ψωμας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err="1">
                <a:solidFill>
                  <a:srgbClr val="FFFFFF">
                    <a:alpha val="60000"/>
                  </a:srgbClr>
                </a:solidFill>
              </a:rPr>
              <a:t>Δημητριος</a:t>
            </a:r>
            <a:endParaRPr lang="el-GR" dirty="0" err="1">
              <a:solidFill>
                <a:srgbClr val="FFFFFF">
                  <a:alpha val="60000"/>
                </a:srgbClr>
              </a:solidFill>
            </a:endParaRPr>
          </a:p>
          <a:p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Ανυφαντακης</a:t>
            </a:r>
            <a:r>
              <a:rPr lang="el-GR" dirty="0">
                <a:solidFill>
                  <a:srgbClr val="FFFFFF">
                    <a:alpha val="60000"/>
                  </a:srgbClr>
                </a:solidFill>
              </a:rPr>
              <a:t> </a:t>
            </a:r>
            <a:r>
              <a:rPr lang="el-GR" dirty="0" err="1">
                <a:solidFill>
                  <a:srgbClr val="FFFFFF">
                    <a:alpha val="60000"/>
                  </a:srgbClr>
                </a:solidFill>
              </a:rPr>
              <a:t>Εμμανουηλ</a:t>
            </a:r>
          </a:p>
        </p:txBody>
      </p:sp>
    </p:spTree>
    <p:extLst>
      <p:ext uri="{BB962C8B-B14F-4D97-AF65-F5344CB8AC3E}">
        <p14:creationId xmlns:p14="http://schemas.microsoft.com/office/powerpoint/2010/main" val="77515470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Ευρεία οθόνη</PresentationFormat>
  <Paragraphs>0</Paragraphs>
  <Slides>15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15</vt:i4>
      </vt:variant>
    </vt:vector>
  </HeadingPairs>
  <TitlesOfParts>
    <vt:vector size="16" baseType="lpstr">
      <vt:lpstr>3DFloatVTI</vt:lpstr>
      <vt:lpstr>Προτζεκτ  Διαχείριση και Ανάπτυξη Επιχειρηματικών Πληροφοριακών Συστημάτων και Ροών Εργασίας </vt:lpstr>
      <vt:lpstr>Για την σελίδα </vt:lpstr>
      <vt:lpstr> Για την σελιδα  </vt:lpstr>
      <vt:lpstr>Για την σελιδα </vt:lpstr>
      <vt:lpstr>Πελατες</vt:lpstr>
      <vt:lpstr>Πελάτες</vt:lpstr>
      <vt:lpstr>Πελάτες</vt:lpstr>
      <vt:lpstr>Προϊόντα/Υπηρεσιες </vt:lpstr>
      <vt:lpstr>Προϊοντα/Υπηρεσιες  </vt:lpstr>
      <vt:lpstr>Προϊοντα/Υπηρεσιες  </vt:lpstr>
      <vt:lpstr>Παραστατικα </vt:lpstr>
      <vt:lpstr>Παραστατικα</vt:lpstr>
      <vt:lpstr>ΦΑΣΗ 3 VISUALISATION </vt:lpstr>
      <vt:lpstr>Visualisation</vt:lpstr>
      <vt:lpstr>Ευχαριστουμε 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256</cp:revision>
  <dcterms:created xsi:type="dcterms:W3CDTF">2024-09-22T19:35:17Z</dcterms:created>
  <dcterms:modified xsi:type="dcterms:W3CDTF">2024-09-22T20:32:27Z</dcterms:modified>
</cp:coreProperties>
</file>